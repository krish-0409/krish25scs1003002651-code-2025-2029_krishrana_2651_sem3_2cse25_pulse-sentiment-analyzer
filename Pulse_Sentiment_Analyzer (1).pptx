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2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323A"/>
                </a:solidFill>
                <a:latin typeface="Calibri"/>
              </a:rPr>
              <a:t>Sentiment Split (10 reviews)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bubble3D val="0"/>
            <c:spPr>
              <a:solidFill>
                <a:srgbClr val="D9455F"/>
              </a:solidFill>
              <a:effectLst/>
            </c:spPr>
          </c:dPt>
          <c:dPt>
            <c:idx val="2"/>
            <c:bubble3D val="0"/>
            <c:spPr>
              <a:solidFill>
                <a:srgbClr val="B7C4C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Negative</c:v>
                </c:pt>
                <c:pt idx="2">
                  <c:v>Neutral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32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Sentiment Analyzer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social posts, reviews &amp; feedback as Positive, Negative or Neutral — in real time.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F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·   FLASK   ·   HUGGING FACE TRANSFORMERS   ·   MONGODB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Pulse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 that turns raw text into sentiment insight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101600" dist="38100" dir="5400000">
              <a:srgbClr val="1B4B4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one review, post, or comment and get an instant verdict with a confidence score.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101600" dist="38100" dir="5400000">
              <a:srgbClr val="1B4B4E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3154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Upload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.csv or .txt file (or paste multiple lines) to classify up to 500 entries at once.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0116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101600" dist="38100" dir="5400000">
              <a:srgbClr val="1B4B4E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331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49640" y="3154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9640" y="36118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totals, sentiment split, average confidence, and a filterable results table with charts.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— AI Sentiment Analyzer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to a stored, dashboard-ready verdict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7512" y="26517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In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672" y="321868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0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text via UI or the /api/analyze REST endpoint.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33472" y="32232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89504" y="26517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026664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RoBERTa Model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26664" y="321868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0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cardiffnlp/twitter-roberta-base-sentiment-latest scores it via Hugging Face Transformers.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55464" y="32232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11496" y="26517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248656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+ Confidence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48656" y="321868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0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output is mapped to Positive / Negative / Neutral with a confidence score.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77456" y="32232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33488" y="26517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470648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70648" y="321868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0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stored for history, filtering and aggregation.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99448" y="32232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55480" y="26517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0" y="2788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92640" y="321868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0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renders totals, % split and a paginated results table.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loaded lazily and cached as a singleton — loaded into memory once per process.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— AI Sentiment Analyzer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sample_reviews.csv — 10 reviews, classified by sentiment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4663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78308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F1F7F7"/>
          </a:solidFill>
          <a:ln/>
        </p:spPr>
      </p:sp>
      <p:sp>
        <p:nvSpPr>
          <p:cNvPr id="6" name="Shape 3"/>
          <p:cNvSpPr/>
          <p:nvPr/>
        </p:nvSpPr>
        <p:spPr>
          <a:xfrm>
            <a:off x="5806440" y="194767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5806440" y="19476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06440" y="22860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“Delivery was super fast, quality is amazing, highly recommend!”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306324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F1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32278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9455F"/>
          </a:solidFill>
          <a:ln/>
        </p:spPr>
      </p:sp>
      <p:sp>
        <p:nvSpPr>
          <p:cNvPr id="11" name="Text 8"/>
          <p:cNvSpPr/>
          <p:nvPr/>
        </p:nvSpPr>
        <p:spPr>
          <a:xfrm>
            <a:off x="5806440" y="3227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806440" y="35661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“Terrible experience, item arrived broken, support never replied.”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77840" y="434340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F1F7F7"/>
          </a:solidFill>
          <a:ln/>
        </p:spPr>
      </p:sp>
      <p:sp>
        <p:nvSpPr>
          <p:cNvPr id="14" name="Shape 11"/>
          <p:cNvSpPr/>
          <p:nvPr/>
        </p:nvSpPr>
        <p:spPr>
          <a:xfrm>
            <a:off x="5806440" y="45079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8A9EA1"/>
          </a:solidFill>
          <a:ln/>
        </p:spPr>
      </p:sp>
      <p:sp>
        <p:nvSpPr>
          <p:cNvPr id="15" name="Text 12"/>
          <p:cNvSpPr/>
          <p:nvPr/>
        </p:nvSpPr>
        <p:spPr>
          <a:xfrm>
            <a:off x="5806440" y="45079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06440" y="48463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fine, nothing special but does the job.”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— AI Sentiment Analyzer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is also exposed as a JSON endpoint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1F7F7"/>
          </a:solidFill>
          <a:ln w="12700">
            <a:solidFill>
              <a:srgbClr val="E1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9659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/api/health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196596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B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52928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529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271576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/api/analyze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271576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and store one piece of 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1F7F7"/>
          </a:solidFill>
          <a:ln w="12700">
            <a:solidFill>
              <a:srgbClr val="E1EB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02736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0273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346557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/api/analyze/bulk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3465576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many texts (JSON list or .csv/.txt upload)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52544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5254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421538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4215384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Paginated, filterable list of stored analyses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6519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1F7F7"/>
          </a:solidFill>
          <a:ln w="12700">
            <a:solidFill>
              <a:srgbClr val="E1EB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102352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1023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83080" y="496519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96519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stats: totals, per-class %, recent analyses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— AI Sentiment Analyzer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 </a:t>
            </a:r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Flask, Flask-CORS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5856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Model:  </a:t>
            </a:r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 + PyTorch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78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 </a:t>
            </a:r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(local or Atlas)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540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295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 </a:t>
            </a:r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5577840" cy="3931920"/>
          </a:xfrm>
          <a:prstGeom prst="roundRect">
            <a:avLst>
              <a:gd name="adj" fmla="val 2326"/>
            </a:avLst>
          </a:prstGeom>
          <a:solidFill>
            <a:srgbClr val="0B2E33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4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sentiment_analyzer/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4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            Flask app + routes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4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sentiment_model.py Transformer wrapper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4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db.py             MongoDB data layer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4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4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templates/index.html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4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static/css, js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— AI Sentiment Analyzer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Run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http://localhost:5000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downloads once (~500 MB) on first request, then runs entirely from local cache.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— AI Sentiment Analyzer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2026-09-20T11:35:04Z</dcterms:created>
  <dcterms:modified xsi:type="dcterms:W3CDTF">2026-09-20T11:35:04Z</dcterms:modified>
</cp:coreProperties>
</file>